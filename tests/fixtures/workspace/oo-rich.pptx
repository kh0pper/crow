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6"/>
  </p:notesMasterIdLst>
  <p:sldIdLst>
    <p:sldId id="256" r:id="rId4"/>
    <p:sldId id="257" r:id="rId5"/>
  </p:sldIdLst>
  <p:sldSz cx="9144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59E69F-BE4E-9E8F-251C-19A1601538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5849937" name="Slide Image Placeholder 1"/>
          <p:cNvSpPr>
            <a:spLocks noGrp="1"/>
          </p:cNvSpPr>
          <p:nvPr>
            <p:ph type="sldImg" idx="2"/>
          </p:nvPr>
        </p:nvSpPr>
        <p:spPr bwMode="auto"/>
      </p:sp>
      <p:sp>
        <p:nvSpPr>
          <p:cNvPr id="860768885" name="Notes Placeholder 2"/>
          <p:cNvSpPr>
            <a:spLocks noGrp="1"/>
          </p:cNvSpPr>
          <p:nvPr>
            <p:ph type="body" sz="quarter" idx="3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Recordar comprar piña</a:t>
            </a:r>
            <a:endParaRPr/>
          </a:p>
        </p:txBody>
      </p:sp>
      <p:sp>
        <p:nvSpPr>
          <p:cNvPr id="584858054" name="Slide Number Placeholder 3"/>
          <p:cNvSpPr>
            <a:spLocks noGrp="1"/>
          </p:cNvSpPr>
          <p:nvPr>
            <p:ph type="sldNum" sz="quarter" idx="5"/>
          </p:nvPr>
        </p:nvSpPr>
        <p:spPr bwMode="auto"/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57454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2814366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828919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827479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65749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1721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7509931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33283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996295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51280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68605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2808423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075746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485198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98368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1729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5876990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5215351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7193195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7187365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2082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2494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877252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633472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0835704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5864348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579008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5679989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002970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4838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5223781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79321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911382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03587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880395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47138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098489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54074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21096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6322043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9786316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016636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16442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734339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88504182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4258754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5970946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763610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3505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955525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32523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094869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0339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22818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986819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889227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402217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96636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936283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95749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048341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86108554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680863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34378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Menú de octubre</a:t>
            </a:r>
            <a:endParaRPr/>
          </a:p>
        </p:txBody>
      </p:sp>
      <p:sp>
        <p:nvSpPr>
          <p:cNvPr id="1741846634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Casa Nueva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1618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Jueves</a:t>
            </a:r>
            <a:endParaRPr/>
          </a:p>
        </p:txBody>
      </p:sp>
      <p:sp>
        <p:nvSpPr>
          <p:cNvPr id="33934179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Tacos al pastor</a:t>
            </a:r>
            <a:endParaRPr/>
          </a:p>
          <a:p>
            <a:pPr>
              <a:defRPr/>
            </a:pPr>
            <a:r>
              <a:rPr/>
              <a:t>Agua de jamaica</a:t>
            </a:r>
            <a:endParaRPr/>
          </a:p>
        </p:txBody>
      </p:sp>
      <p:sp>
        <p:nvSpPr>
          <p:cNvPr id="1390806247" name="TextBox 3"/>
          <p:cNvSpPr txBox="1"/>
          <p:nvPr/>
        </p:nvSpPr>
        <p:spPr bwMode="auto">
          <a:xfrm>
            <a:off x="914400" y="4572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/>
              <a:t>Texto libre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2026-10-04T05:22:12Z</dcterms:modified>
  <cp:category/>
</cp:coreProperties>
</file>