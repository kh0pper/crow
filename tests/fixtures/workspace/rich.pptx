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comprar piña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Menú de octubre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Casa Nueva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Jueves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Tacos al pastor</a:t>
            </a:r>
          </a:p>
          <a:p>
            <a:r>
              <a:t>Agua de jamaica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Texto libre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